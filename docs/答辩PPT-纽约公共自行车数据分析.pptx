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纽约公共自行车（Citi Bike）数据分析与可视化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《软件开发实践1》　班级01·小组02　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项目背景与数据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选题4：纽约 Citi Bike 公开骑行数据分析</a:t>
            </a:r>
          </a:p>
          <a:p>
            <a:r>
              <a:t>官方数据：2026 年 7 月（202607），974MB / 499 万条行程</a:t>
            </a:r>
          </a:p>
          <a:p>
            <a:r>
              <a:t>目标：清洗→统计→可视化→聚类与预测</a:t>
            </a:r>
          </a:p>
          <a:p>
            <a:r>
              <a:t>数据源：citibikenyc.com/system-data</a:t>
            </a:r>
          </a:p>
        </p:txBody>
      </p:sp>
      <p:pic>
        <p:nvPicPr>
          <p:cNvPr id="4" name="Picture 3" descr="start_poin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596667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团队分工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组长：架构/列名规范/接口文档/download_data.py/main.py/报告PPT打包</a:t>
            </a:r>
          </a:p>
          <a:p>
            <a:r>
              <a:t>成员2：数据预处理 cleaning/preprocess.py</a:t>
            </a:r>
          </a:p>
          <a:p>
            <a:r>
              <a:t>成员3：统计分析（ipynb）与业务建议</a:t>
            </a:r>
          </a:p>
          <a:p>
            <a:r>
              <a:t>成员4：机器学习 src/ml.py（聚类+五模型预测）</a:t>
            </a:r>
          </a:p>
          <a:p>
            <a:r>
              <a:t>成员5：可视化 12 图（ipynb）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系统架构与规范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config.py：路径/CSV列名规范/清洗参数 单点维护</a:t>
            </a:r>
          </a:p>
          <a:p>
            <a:r>
              <a:t>docs/data_dict.md：成员间接口契约</a:t>
            </a:r>
          </a:p>
          <a:p>
            <a:r>
              <a:t>main.py 一键全流程：下载→清洗→统计→画图→建模</a:t>
            </a:r>
          </a:p>
          <a:p>
            <a:r>
              <a:t>清洗：字段归一/时长补算/60s~24h过滤/抽样20万(可复现)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统计分析结果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平均骑行 13.2 分钟，中位 9.5 分钟（短途通勤为主）</a:t>
            </a:r>
          </a:p>
          <a:p>
            <a:r>
              <a:t>会员占 79.7%，electric_bike 占 73.5%</a:t>
            </a:r>
          </a:p>
          <a:p>
            <a:r>
              <a:t>早高峰 8 时 / 晚高峰 17-19 时，双峰形态</a:t>
            </a:r>
          </a:p>
          <a:p>
            <a:r>
              <a:t>工作日总量约为周末 3.1 倍；热点集中于曼哈顿中城/下城</a:t>
            </a:r>
          </a:p>
        </p:txBody>
      </p:sp>
      <p:pic>
        <p:nvPicPr>
          <p:cNvPr id="4" name="Picture 3" descr="hou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95097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数据挖掘：站点聚类（KMeans）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K=4（肘部法+轮廓系数 0.278）</a:t>
            </a:r>
          </a:p>
          <a:p>
            <a:r>
              <a:t>高流量中转型 / 低流量休闲型 / 通勤型 / 长时骑行型</a:t>
            </a:r>
          </a:p>
          <a:p>
            <a:r>
              <a:t>长时骑行型站点会员占比仅 52%（旅游休闲区特征）</a:t>
            </a:r>
          </a:p>
          <a:p>
            <a:r>
              <a:t>2295 个站点全部完成聚类打标</a:t>
            </a:r>
          </a:p>
        </p:txBody>
      </p:sp>
      <p:pic>
        <p:nvPicPr>
          <p:cNvPr id="4" name="Picture 3" descr="ml_fig2_kmeans_spatia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635052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数据挖掘：预测模型对比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时长预测最优：随机森林 R²=0.223 / MAE=4.71min</a:t>
            </a:r>
          </a:p>
          <a:p>
            <a:r>
              <a:t>客流预测最优：随机森林 R²=0.937 / MAPE 25.6%</a:t>
            </a:r>
          </a:p>
          <a:p>
            <a:r>
              <a:t>5 模型对比：线性/岭回归/决策树/随机森林/梯度提升</a:t>
            </a:r>
          </a:p>
          <a:p>
            <a:r>
              <a:t>结论：站点客流可预测性强，可用于辅助调度</a:t>
            </a:r>
          </a:p>
        </p:txBody>
      </p:sp>
      <p:pic>
        <p:nvPicPr>
          <p:cNvPr id="4" name="Picture 3" descr="ml_fig9_demand_prediction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1095689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可视化成果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 张业务图表 + 10 张机器学习分析图</a:t>
            </a:r>
          </a:p>
          <a:p>
            <a:r>
              <a:t>时段/星期/占比/TOP10 站点/时长分布/站点地图</a:t>
            </a:r>
          </a:p>
        </p:txBody>
      </p:sp>
      <p:pic>
        <p:nvPicPr>
          <p:cNvPr id="4" name="Picture 3" descr="top10_start_s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965482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辅助与总结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用于：规范初稿、模块代码生成、调试排错</a:t>
            </a:r>
          </a:p>
          <a:p>
            <a:r>
              <a:t>人工：架构设计、阈值确认、结果核验、报告修改</a:t>
            </a:r>
          </a:p>
          <a:p>
            <a:r>
              <a:t>创新：分片自动合并下载；五模型对比预测</a:t>
            </a:r>
          </a:p>
          <a:p>
            <a:r>
              <a:t>改进：引入距离/天气特征；ST-GCN 时空模型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